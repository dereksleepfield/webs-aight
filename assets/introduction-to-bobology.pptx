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BOBOLOGY  · 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  ✦    ·    ✦    ·    ✦    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Bobbology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field guide to working with AI: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Bobbles · Ekos · Vessels · Daemons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Wakefield  ·  derekwakefield.com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Guide 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AI well, written for people who use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  ·  WHAT THIS GUIDE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picture of what AI is doing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explains how to use AI tools well — for school, work, or anything that matters.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it, you will know what AI can do, what it cannot do, and what your job is when you use it.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made-up words: Bobble, Eko, Vessel, Daemon. Plain English: person, AI, app, tool.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fancy words each name one specific thing — that lets the rest of the guide stay short.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Parts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different things are at work when you use AI.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mistakes come from mixing them up.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  ·  THE FOUR PARTS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 · Eko · Vessel · Daemon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503920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Bobble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You. The one doing the work and making the call. The only one who gets credit or blame for what comes out.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Eko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itself. ChatGPT, Claude, and Gemini are all Ekos. Writes words by guessing the next word. Fast. Not actually thinking.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Vessel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you open to use the AI. chatgpt.com is a Vessel. The Claude desktop app is one. Cursor is one. Each Vessel decides what the AI can see and touch.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4A9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Daemon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8B8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specific tool the AI can use — sending an email, saving a file, searching Google, running code. Daemons are what turn words into real actions.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  ·  THE FOUR PARTS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four words, not 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say "the AI did X." Usually one specific part did X — and naming which one tells you where to fix it.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Eko (AI) wrote a wrong answer? → Better prompt, or a different model.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 (app) wouldn't let it see your file? → Switch apps, or grant access.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Daemon (tool) sent a message you didn't want sent? → Take that tool away, or put a person in front of it.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three different fixes. The four words let you point at the actual cause.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 Eko Actually Works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confident-sounding answer isn't the same as a correct one.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 ·  HOW AN EKO ACTUALLY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guesses the next word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Eko reads what you typed, then guesses the next word. Then the next. Then the next. That is the whole trick.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very good at the trick. It is not thinking the way a person thinks. It has no goals.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which of its answers are right and which are wrong.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sounds the same when it is right and when it is wrong.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clear question gets a clear answer.  A vague question gets a confident-sounding answer that may be wrong."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 ·  HOW AN EKO ACTUALLY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example: the lawyer who didn't check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June 2023, two New York lawyers filed a legal brief in federal court.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wrote it.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cited six previous court cases as evidence.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six cases existed.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had invented them — names, citations, quotes, all of it — and reported them in the same calm tone it would have used for a real case.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lawyers were fined $5,000 each. </a:t>
            </a:r>
            <a:pPr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was not fined anything, because there is no one to fine.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Eko is not lying. It does not know the difference."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 ·  HOW AN EKO ACTUALLY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specific. The AI cannot read your mind.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"Write something about World War II."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get a generic paragraph that could be from any textbook.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3774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"Write three to four sentences explaining why the U.S. entered World War II, mentioning the Pearl Harbor attack on December 7, 1941."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38404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get something you can actually use.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"Rule one: be specific before you ask."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Memory Works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forgets. Something else is doing the remembering.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  ·  HOW MEMORY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chat starts blank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Ekos forget everything the moment you close the chat window.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chat with the same AI tomorrow and it knows nothing about today's chat.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Eko seems to remember you between chats, something else is doing the remembering — usually a "memory" feature in the app that writes notes in the background.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has one. Some apps don't. Either way, the Eko itself has no memory.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notes are the memory.  The Eko is just the voice reading them."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  ·  HOW MEMORY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about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the AI to remember a project, save the important parts yourself in a file you keep. Paste them in when you start a new chat.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assume yesterday's chat carries over. Re-state the situation each time. Tell the AI what it needs to know up front.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app offers to "remember" something, check what it actually wrote down. Those notes are now your file — you can edit them, delete them, or correct them.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is your job, not the AI's.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Gate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rule in the guide. Read it twice.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  ·  THE DECISION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anything that cannot be undone,</a:t>
            </a:r>
            <a:endParaRPr lang="en-US" sz="3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 — not the AI — does the last step.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4937760"/>
            <a:ext cx="94484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person can take responsibility. The AI cannot apologize and mean it. Cannot be sued. Cannot lose its job or its grade.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  ·  THE DECISION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you cannot undo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173736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email is sent, it is sent. Once a Slack message is posted, your coworkers have seen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17373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 You press Send.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60604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money leaves your account, it is gone.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prices.  You click Buy.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34747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file is deleted, it may be gone for good. Same for a database row.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474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marks for review.  You press Delete.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434340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tell someone you will be at the 3 p.m. meeting, you have to be there.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43434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reply.  You say yes.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521208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call a coworker, an idea, or a company by a name in public, other people remember.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52120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words.  You choose them.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  ·  THE DECISION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prepares.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5146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summarizes, gathers information, suggests options.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check the work.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35661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Spot mistakes. Ask for changes.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82880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commit.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46177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person clicks Send, Pay, Delete, Submit, Post.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"Set up the gates BEFORE you start. Don't let the AI walk through any open door."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·  § 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Lines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guide, in four sentences.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1  ·  THE FOUR 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628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useful, but it is not in charge.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belongs to you, not to the AI.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click is yours.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clearer you are, the better the AI works.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 accordingly.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to Bobbology</dc:title>
  <dc:subject>PptxGenJS Presentation</dc:subject>
  <dc:creator>Derek Wakefield</dc:creator>
  <cp:lastModifiedBy>Derek Wakefield</cp:lastModifiedBy>
  <cp:revision>1</cp:revision>
  <dcterms:created xsi:type="dcterms:W3CDTF">2026-05-22T21:30:01Z</dcterms:created>
  <dcterms:modified xsi:type="dcterms:W3CDTF">2026-05-22T21:30:01Z</dcterms:modified>
</cp:coreProperties>
</file>