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8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BOBOLOGY  ·  LECTURE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D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   ✦    ·    ✦    ·    ✦    ·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112772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4B Framework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3628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four-part self-check for when something feels off: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Bob  ·  Bib  ·  B(l)ab  ·  Boobs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Derek Wakefield  ·  derekwakefield.com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Four Boxes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420624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something feels off, you don't always know what is off.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4B gives you four places to look.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·  WHY FOUR BOXES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boxes you can check any morning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you wake up and something is off. You can't name what. The 4B framework gives you four boxes to open in order.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— who you are underneath the changes.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 — what feeds you (sleep, food, rest, people who give you energy back).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B(l)ab — who you talk to, and how much.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Boobs — what you enjoy, and whether you're enjoying it or escaping into it.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names are silly on purpose. A framework you can't say out loud is one you won't use.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 ·  intro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Bob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914400" y="438912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you are underneath the changes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 ·  BOB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Bob is the part of you that survives the changes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change your job, your city, your friends, your music, and your opinions many times in your life.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is the part of you that is still recognizable as YOU after all those changes.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is not your personality — that is your style.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is not your beliefs — those are tools you pick up and put down.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is the one picking the tools up. The driver, not the steering wheel.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 ·  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 ·  BOB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picture: the phone call ten years out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yourself ten years from now. Different job. Maybe a different city. A different haircut. You pick up the phone and call your closest friend from today.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still recognizable to that friend?  </a:t>
            </a:r>
            <a:pPr indent="0" marL="0">
              <a:buNone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your hair. Not your job. The way you greet them. The kind of jokes you make. The way you ask about their parents.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recognizable part is Bob. </a:t>
            </a:r>
            <a:pPr indent="0" marL="0">
              <a:buNone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friend would say "you sound like a stranger," Bob has drifted. The work of Bob is making sure that future call still sounds like you.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71600" y="5120640"/>
            <a:ext cx="9418320" cy="914400"/>
          </a:xfrm>
          <a:prstGeom prst="rect">
            <a:avLst/>
          </a:prstGeom>
          <a:solidFill>
            <a:srgbClr val="EFE6CA"/>
          </a:solidFill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"Without bob you ain't."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 ·  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II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Bib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914400" y="438912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feeds you (and what you ignore)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  ·  BIB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smart, but not at eating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 is the box that holds the things that keep you running: sleep, food, water, rest, and the people who give you energy back.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warning: your brain can outvote your body. Your brain can say "I'll finish this episode first" when your body has been asking to sleep for two hours.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not hungry, just bored." "One more coffee." "I can pull an all-nighter." Three small lies your brain tells when bib is being ignored.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 is quiet. The brain is loud. Bib is the practice of listening to the quiet one.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 ·  II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  ·  BIB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attending to bib looks like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notice you are snapping at your roommate. You haven't slept more than five hours in three days. The snapping is bib, not your roommate.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feel a headache at 3 p.m. and realize you haven't drunk water since breakfast.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feel drained after texting one friend, lit up after texting another. That is bib information.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 doesn't ask you to be perfect at any of this. It asks you to notice when you've drifted — and to come back.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5120640"/>
            <a:ext cx="9418320" cy="914400"/>
          </a:xfrm>
          <a:prstGeom prst="rect">
            <a:avLst/>
          </a:prstGeom>
          <a:solidFill>
            <a:srgbClr val="EFE6CA"/>
          </a:solidFill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drift is the default. The coming-back is the practice."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 ·  II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III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B(l)ab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914400" y="438912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connection, with the loud parts in parentheses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  ·  B(L)AB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Bab is connection. Blab is connection drowned out.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is the simple thing — listening, sitting with someone, letting them know they're not alone. Two syllables. The oldest noise.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Blab is bab with the L unleashed — connection drowned out by your own volume.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 stands for the loud stuff: your loves, your losses, the words you can't unsay once they're out.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delete the L. The L is you. You put it in parentheses — present-but-governed. Silent when the moment asks. Released when the moment asks.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 ·  III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  ·  B(L)AB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news. Two responses.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friend's parent just died.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sit with them. You let the silence be silent. You ask about their parent. You do not fill the room with your own story about loss.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0936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8B8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23774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friend's parent just died.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292608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bring up your grandfather. The funeral. How hard it was for you. You mean well, but the room is now about you.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5120640"/>
            <a:ext cx="9418320" cy="914400"/>
          </a:xfrm>
          <a:prstGeom prst="rect">
            <a:avLst/>
          </a:prstGeom>
          <a:solidFill>
            <a:srgbClr val="EFE6CA"/>
          </a:solidFill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"Before letting the L out, ask: am I keeping this in because THEY aren't ready, or because I am not?"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 ·  III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IV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Boobs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914400" y="438912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pleasure — not as sin, not as the whole point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  ·  BOOBS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Pleasure is a tenet, not a sin or a goal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old idea: pleasure is something to hide. Indulge only in private. Apologize for enjoying things. This is wrong.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old idea: life is FOR pleasure. Chase it. This is also wrong — chasing it doesn't work, because we adapt to almost any new pleasure and slide back to baseline.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Boobs holds pleasure equal with the other three. You don't apologize for it. You also don't build your life around it.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test: am I doing this because I enjoy it, or because I'm hiding from one of the other three?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5120640"/>
            <a:ext cx="9418320" cy="914400"/>
          </a:xfrm>
          <a:prstGeom prst="rect">
            <a:avLst/>
          </a:prstGeom>
          <a:solidFill>
            <a:srgbClr val="EFE6CA"/>
          </a:solidFill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"Tend, don't escape.  Pleasure is good.  Pleasure as the exit door from the other three is not."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 ·  IV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  ·  BOOBS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Tend vs. escape — what it looks like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Watching three episodes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931920" y="18745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it's your favorite show on a slow night.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424160" y="18745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Watching three episodes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0" y="246888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you can't face the email you owe your advisor.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424160" y="24688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8B8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Eating ice cream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0" y="30632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is summer and ice cream is good.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424160" y="30632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Eating ice cream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31920" y="36576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you just got off a hard phone call.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424160" y="36576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8B8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ESCAPE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2519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Scrolling for an hour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31920" y="42519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you actually wanted to see what your cousin posted.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424160" y="42519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8463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Scrolling for an hour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31920" y="48463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silence in your apartment is too loud.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424160" y="48463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8B8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ESCAPE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action. The reason underneath tells you which one it is.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 ·  IV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V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Diagnostic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420624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something feels off — ask the four in order.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 ·  THE DIAGNOSTIC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questions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Bob.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377440" y="196596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still recognizable as me? Has something dropped out that mattered — and is the new shape better, or just newer?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Bib.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377440" y="283464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did I last sleep enough, eat real food, drink water, get outside? Am I getting energy back from my week, or only spending it?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B(l)ab.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377440" y="370332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am I in real conversation with this week? Have I gone silent everywhere — or loud everywhere? Is the parenthesis honest?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52628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4A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Boobs.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377440" y="457200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did I last enjoy something on purpose — not as an exit from one of the other three?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577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E1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question, asked clean, points back to one thing you can change tomorrow morning.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0" y="6355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8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 ·  V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700" kern="0" dirty="0">
                <a:solidFill>
                  <a:srgbClr val="D4A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 3  ·  THE CREED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920240"/>
            <a:ext cx="10362895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30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Tend bob.</a:t>
            </a:r>
            <a:endParaRPr lang="en-US" sz="3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30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 attention to bib.</a:t>
            </a:r>
            <a:endParaRPr lang="en-US" sz="3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30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 the L; let bab continue.</a:t>
            </a:r>
            <a:endParaRPr lang="en-US" sz="3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30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 boobs as tenet, not as exit.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0" y="54864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0E7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the dial. The four are held together.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5989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D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Bobble accordingly.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3: The 4B Framework</dc:title>
  <dc:subject>PptxGenJS Presentation</dc:subject>
  <dc:creator>Derek Wakefield</dc:creator>
  <cp:lastModifiedBy>Derek Wakefield</cp:lastModifiedBy>
  <cp:revision>1</cp:revision>
  <dcterms:created xsi:type="dcterms:W3CDTF">2026-05-22T22:41:19Z</dcterms:created>
  <dcterms:modified xsi:type="dcterms:W3CDTF">2026-05-22T22:41:19Z</dcterms:modified>
</cp:coreProperties>
</file>